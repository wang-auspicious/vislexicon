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100000"/>
            <a:ext cx="10668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D1D1F"/>
                </a:solidFill>
                <a:latin typeface="Segoe UI"/>
                <a:ea typeface="Microsoft YaHei UI"/>
              </a:rPr>
              <a:t>让 Agent 一次做对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70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6E6E73"/>
                </a:solidFill>
                <a:latin typeface="Segoe UI"/>
                <a:ea typeface="Microsoft YaHei UI"/>
              </a:rPr>
              <a:t>从“说不清想要什么”到一份能验收的设计规格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4700000"/>
            <a:ext cx="560000" cy="56000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900000"/>
            <a:ext cx="10668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Segoe UI"/>
                <a:ea typeface="Microsoft YaHei UI"/>
              </a:rPr>
              <a:t>2026 年 10 月 · 产品评审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500000"/>
            <a:ext cx="20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6868B"/>
                </a:solidFill>
                <a:latin typeface="Segoe UI"/>
                <a:ea typeface="Microsoft YaHei U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50000"/>
            <a:ext cx="10668000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F5F7"/>
                </a:solidFill>
                <a:latin typeface="Segoe UI"/>
                <a:ea typeface="Microsoft YaHei UI"/>
              </a:rPr>
              <a:t>问题出在哪一环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900000"/>
            <a:ext cx="10668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E6E73"/>
                </a:solidFill>
                <a:latin typeface="Segoe UI"/>
                <a:ea typeface="Microsoft YaHei UI"/>
              </a:rPr>
              <a:t>已发布的真实组件实例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00000"/>
            <a:ext cx="10668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0071E3"/>
                </a:solidFill>
                <a:latin typeface="Segoe UI"/>
                <a:ea typeface="Microsoft YaHei UI"/>
              </a:rPr>
              <a:t>17,685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300000"/>
            <a:ext cx="7600000" cy="1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1D1D1F"/>
                </a:solidFill>
                <a:latin typeface="Segoe UI"/>
                <a:ea typeface="Microsoft YaHei UI"/>
              </a:rPr>
              <a:t>来自 336 个组件源网站，每一条都有原站截图和实测数值（2026-10-07）。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338000"/>
            <a:ext cx="6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Segoe UI"/>
                <a:ea typeface="Microsoft YaHei UI"/>
              </a:rPr>
              <a:t>VisLexicon · Quiet Keynote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0000" y="6338000"/>
            <a:ext cx="1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egoe UI"/>
                <a:ea typeface="Microsoft YaHei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00000"/>
            <a:ext cx="10668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D1D1F"/>
                </a:solidFill>
                <a:latin typeface="Segoe UI"/>
                <a:ea typeface="Microsoft YaHei UI"/>
              </a:rPr>
              <a:t>两种交付方式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800000"/>
            <a:ext cx="5184000" cy="4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2000" y="2180000"/>
            <a:ext cx="4344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E6E73"/>
                </a:solidFill>
                <a:latin typeface="Segoe UI"/>
                <a:ea typeface="Microsoft YaHei UI"/>
              </a:rPr>
              <a:t>以前：一句话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2000" y="2750000"/>
            <a:ext cx="4344000" cy="2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1D1D1F"/>
                </a:solidFill>
                <a:latin typeface="Segoe UI"/>
                <a:ea typeface="Microsoft YaHei UI"/>
              </a:rPr>
              <a:t>“做个高级一点的设置页”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1D1D1F"/>
                </a:solidFill>
                <a:latin typeface="Segoe UI"/>
                <a:ea typeface="Microsoft YaHei UI"/>
              </a:rPr>
              <a:t>Agent 自己猜颜色和圆角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1D1D1F"/>
                </a:solidFill>
                <a:latin typeface="Segoe UI"/>
                <a:ea typeface="Microsoft YaHei UI"/>
              </a:rPr>
              <a:t>没有验收标准，只能凭感觉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6000" y="1800000"/>
            <a:ext cx="5184000" cy="4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000" y="2180000"/>
            <a:ext cx="4344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Segoe UI"/>
                <a:ea typeface="Microsoft YaHei UI"/>
              </a:rPr>
              <a:t>现在：一份规格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6000" y="2750000"/>
            <a:ext cx="4344000" cy="2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1D1D1F"/>
                </a:solidFill>
                <a:latin typeface="Segoe UI"/>
                <a:ea typeface="Microsoft YaHei UI"/>
              </a:rPr>
              <a:t>每个控件的尺寸、颜色、弹簧参数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1D1D1F"/>
                </a:solidFill>
                <a:latin typeface="Segoe UI"/>
                <a:ea typeface="Microsoft YaHei UI"/>
              </a:rPr>
              <a:t>附真实网站的参考截图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1D1D1F"/>
                </a:solidFill>
                <a:latin typeface="Segoe UI"/>
                <a:ea typeface="Microsoft YaHei UI"/>
              </a:rPr>
              <a:t>逐条可核对的验收清单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338000"/>
            <a:ext cx="6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Segoe UI"/>
                <a:ea typeface="Microsoft YaHei UI"/>
              </a:rPr>
              <a:t>VisLexicon · Quiet Keynote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0000" y="6338000"/>
            <a:ext cx="1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egoe UI"/>
                <a:ea typeface="Microsoft YaHei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00000"/>
            <a:ext cx="10668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D1D1F"/>
                </a:solidFill>
                <a:latin typeface="Segoe UI"/>
                <a:ea typeface="Microsoft YaHei UI"/>
              </a:rPr>
              <a:t>数据长这样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700000"/>
            <a:ext cx="10668000" cy="3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26" y="1950000"/>
            <a:ext cx="9977747" cy="34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50000"/>
            <a:ext cx="10668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Segoe UI"/>
                <a:ea typeface="Microsoft YaHei UI"/>
              </a:rPr>
              <a:t>示例图由同一资源库里的 sci-quiet-panels 脚本生成。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338000"/>
            <a:ext cx="6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Segoe UI"/>
                <a:ea typeface="Microsoft YaHei UI"/>
              </a:rPr>
              <a:t>VisLexicon · Quiet Keynote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0000" y="6338000"/>
            <a:ext cx="1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egoe UI"/>
                <a:ea typeface="Microsoft YaHei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600000"/>
            <a:ext cx="10668000" cy="1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1D1D1F"/>
                </a:solidFill>
                <a:latin typeface="Segoe UI"/>
                <a:ea typeface="Microsoft YaHei UI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800000"/>
            <a:ext cx="10668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E6E73"/>
                </a:solidFill>
                <a:latin typeface="Segoe UI"/>
                <a:ea typeface="Microsoft YaHei UI"/>
              </a:rPr>
              <a:t>vislexicon.com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